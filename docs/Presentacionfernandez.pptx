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brevemente qué es MecanicSync y el problema que resuelve.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Comentar cómo cada objetivo se traduce en funcionalidades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Diferenciar entre lo que hace el sistema y cómo debe comportarse.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oportunidad de una app móvil sencilla.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se comunican los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Relacionar cada módulo con una necesidad real del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validación de API y robustez.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Justificar decisiones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organización profesional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diferencia desarrollo vs producción.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visión a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destacando aprendizaje y valor profesional.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Presentación del proyecto MecanicSync</a:t>
            </a:r>
          </a:p>
          <a:p>
            <a:r>
              <a:t>Aplicación Android + API REST +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Digitalizar talleres</a:t>
            </a:r>
          </a:p>
          <a:p>
            <a:r>
              <a:t>Gestión de clientes, vehículos y reparaciones</a:t>
            </a:r>
          </a:p>
          <a:p>
            <a:r>
              <a:t>Sistema con roles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Análisis de requisitos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Funcionales: CRUD, login, gestión completa</a:t>
            </a:r>
          </a:p>
          <a:p>
            <a:r>
              <a:t>No funcionales: escalabilidad, usabilidad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Estudio de mercado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Soluciones existentes: ERP, SaaS</a:t>
            </a:r>
          </a:p>
          <a:p>
            <a:r>
              <a:t>Problemas: complejidad, coste, poca movilidad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Diseño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Arquitectura cliente-servidor</a:t>
            </a:r>
          </a:p>
          <a:p>
            <a:r>
              <a:t>Android + API Spring Boot + MySQL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Usuarios, clientes, vehículos, reparaciones</a:t>
            </a:r>
          </a:p>
          <a:p>
            <a:r>
              <a:t>Dashboard en tiempo real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Pruebas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Pruebas con Postman</a:t>
            </a:r>
          </a:p>
          <a:p>
            <a:r>
              <a:t>CRUD completo</a:t>
            </a:r>
          </a:p>
          <a:p>
            <a:r>
              <a:t>Pruebas negativas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Optimización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de DTOs</a:t>
            </a:r>
          </a:p>
          <a:p>
            <a:r>
              <a:t>MVVM</a:t>
            </a:r>
          </a:p>
          <a:p>
            <a:r>
              <a:t>Consultas optimizadas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Documentación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de datos normalizada (3FN)</a:t>
            </a:r>
          </a:p>
          <a:p>
            <a:r>
              <a:t>API REST estructurada</a:t>
            </a:r>
          </a:p>
          <a:p>
            <a:r>
              <a:t>Android con MVVM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Instalación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 + API + Android</a:t>
            </a:r>
          </a:p>
          <a:p>
            <a:r>
              <a:t>Entorno local y producción (APK)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Evolución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Mejoras futuras: JWT, citas, clientes</a:t>
            </a:r>
          </a:p>
          <a:p>
            <a:r>
              <a:t>Escalabilidad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Proyecto completo y funcional</a:t>
            </a:r>
          </a:p>
          <a:p>
            <a:r>
              <a:t>Arquitectura profesional</a:t>
            </a:r>
          </a:p>
          <a:p>
            <a:r>
              <a:t>Aplicación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